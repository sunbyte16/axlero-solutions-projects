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Welcome everyone. Today we are presenting OmniBrain: an enterprise-grade Agentic Multi-Modal RAG platform.</a:t>
            </a:r>
          </a:p>
          <a:p>
            <a:r>
              <a:t>- Financial disclosures and enterprise documents are notoriously difficult for standard AI because they combine dense prose, structured financial tables, and complex charts.</a:t>
            </a:r>
          </a:p>
          <a:p>
            <a:r>
              <a:t>- OmniBrain solves this with an autonomous multi-agent state machine built on LangGraph, combining Vector Search, SQL query execution, and direct full-page GPT-4o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Conventional RAG was designed for plain text, like Wikipedia articles or blog posts.</a:t>
            </a:r>
          </a:p>
          <a:p>
            <a:r>
              <a:t>- When you feed a corporate 10-K or quarterly earnings deck into a standard RAG system, three critical failures happen:</a:t>
            </a:r>
          </a:p>
          <a:p>
            <a:r>
              <a:t>  1. Arbitrary chunking cuts balance sheet tables in half, separating numbers from their column headers.</a:t>
            </a:r>
          </a:p>
          <a:p>
            <a:r>
              <a:t>  2. OCR extracts text but is blind to revenue trend charts, growth curves, and geographic maps.</a:t>
            </a:r>
          </a:p>
          <a:p>
            <a:r>
              <a:t>  3. Monolithic LLMs hallucinate numbers because they don't have dedicated query routing or strict page citation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OmniBrain replaces the monolithic single-prompt RAG with a distributed multi-agent system.</a:t>
            </a:r>
          </a:p>
          <a:p>
            <a:r>
              <a:t>- Rather than forcing a single LLM to guess, OmniBrain splits responsibilities among 3 dedicated agents under a LangGraph supervisor.</a:t>
            </a:r>
          </a:p>
          <a:p>
            <a:r>
              <a:t>- Most importantly for corporate compliance, OmniBrain enforces zero-hallucination citations: every statement links directly to an exact document and page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Here is the end-to-end architecture flow.</a:t>
            </a:r>
          </a:p>
          <a:p>
            <a:r>
              <a:t>- The system is governed by a LangGraph State Machine that maintains conversational state.</a:t>
            </a:r>
          </a:p>
          <a:p>
            <a:r>
              <a:t>- When a complex query arrives, the Supervisor builds a structured execution plan, triggers the domain agents in parallel, and passes findings to the Synthesizer.</a:t>
            </a:r>
          </a:p>
          <a:p>
            <a:r>
              <a:t>- Notice the recursion guard at the bottom: we enforce a strict 6-step ceiling so agents never get stuck in recursive deadlocks.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Here are the three specialized pillars of OmniBrain:</a:t>
            </a:r>
          </a:p>
          <a:p>
            <a:r>
              <a:t>- Search Agent: handles narrative prose via vector search.</a:t>
            </a:r>
          </a:p>
          <a:p>
            <a:r>
              <a:t>- SQL Agent: provides deterministic arithmetic over financial tables.</a:t>
            </a:r>
          </a:p>
          <a:p>
            <a:r>
              <a:t>- Vision Agent: renders the complete PDF page in high resolution and uses GPT-4o Vision to read visual charts, preserving labels and legends.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This slide highlights a key differentiator of OmniBrain.</a:t>
            </a:r>
          </a:p>
          <a:p>
            <a:r>
              <a:t>- Traditional systems try to crop images using complex bounding-box detection, which often cuts off the legend or the axis labels.</a:t>
            </a:r>
          </a:p>
          <a:p>
            <a:r>
              <a:t>- OmniBrain renders the entire page in high resolution. GPT-4o Vision inspects the chart in its full visual context, allowing it to detect discrepancies between what the text says and what the chart actually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In enterprise environments, accuracy and auditability are non-negotiable.</a:t>
            </a:r>
          </a:p>
          <a:p>
            <a:r>
              <a:t>- OmniBrain provides strict provenance tracking so auditors can click any citation and verify the exact page in the original PDF.</a:t>
            </a:r>
          </a:p>
          <a:p>
            <a:r>
              <a:t>- Furthermore, data isolation guarantees that sensitive balance sheets stay within secure enterprise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On the engineering side, OmniBrain is production-hardened from day one.</a:t>
            </a:r>
          </a:p>
          <a:p>
            <a:r>
              <a:t>- We have a unified Docker container serving both the FastAPI backend and the React 18 frontend.</a:t>
            </a:r>
          </a:p>
          <a:p>
            <a:r>
              <a:t>- Our CI/CD pipeline runs Playwright end-to-end tests on every commit to ensure zero regressions before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Here is a concrete walkthrough of what happens when an executive asks a multi-modal query.</a:t>
            </a:r>
          </a:p>
          <a:p>
            <a:r>
              <a:t>- Standard RAG would fail because it can't execute SQL on tables and it can't see the chart on Page 4.</a:t>
            </a:r>
          </a:p>
          <a:p>
            <a:r>
              <a:t>- OmniBrain activates both the SQL Agent for the exact figure and the Vision Agent for the chart check, providing a verified answer with full source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In summary, OmniBrain delivers an 80% acceleration in document review cycles with 100% citation traceability.</a:t>
            </a:r>
          </a:p>
          <a:p>
            <a:r>
              <a:t>- Our roadmap expands into distributed cloud vector stores, real-time thought streaming, and multi-document cross-comparison.</a:t>
            </a:r>
          </a:p>
          <a:p>
            <a:r>
              <a:t>- Thank you for your time. We are now open for Q&amp;A and a live system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97135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869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AXLERO SOLUTIONS  •  AI &amp; DATA PLATFORMS</a:t>
            </a:r>
          </a:p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OmniBrain</a:t>
            </a:r>
          </a:p>
          <a:p>
            <a:pPr>
              <a:spcAft>
                <a:spcPts val="1200"/>
              </a:spcAft>
              <a:defRPr sz="2200" b="1">
                <a:solidFill>
                  <a:srgbClr val="67E8F9"/>
                </a:solidFill>
                <a:latin typeface="Segoe UI"/>
              </a:defRPr>
            </a:pPr>
            <a:r>
              <a:t>Agentic Multi-Modal RAG Orchestrator</a:t>
            </a:r>
          </a:p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Next-Generation Enterprise Financial Intelligence with Autonomous Multi-Agent Reasoning, Full-Page Vision &amp; Deterministic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164592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LangGraph State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389120"/>
            <a:ext cx="164592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FAISS Vector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389120"/>
            <a:ext cx="164592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SQLite Relational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4389120"/>
            <a:ext cx="164592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GPT-4o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389120"/>
            <a:ext cx="164592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FastAPI &amp; React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Breakdown of Traditional RAG in Enterprise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Financial documents contain three conflicting modalities that break standard naive RAG pipelines.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01  •  STRUCTURAL LOSS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Text-Only Chunking</a:t>
            </a:r>
            <a:br/>
            <a:r>
              <a:t>Destroys Tables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Chunking splits rows and columns across arbitrary token boundaries.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Multi-period financial tables lose column headers and arithmetic context.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Semantic embeddings fail to preserve numerical precision and relational cell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02  •  VISUAL DEGRADATION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OCR Pipelines</a:t>
            </a:r>
            <a:br/>
            <a:r>
              <a:t>Strip Visual Trends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OCR flattens visual graphics into disjointed text blobs.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Bar charts, trend lines, pie breakdowns, and heatmaps are completely lost.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Cropped image strategies lose macro-page context, legends, and footnote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03  •  VERIFIABILITY RISK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Monolithic LLMs</a:t>
            </a:r>
            <a:br/>
            <a:r>
              <a:t>Hallucinate Metrics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Single-prompt RAG synthesizes numbers without strict document provenance.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Auditors cannot trace claims back to verified [Document, Page] sources.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Zero guardrails against recursive confusion on multi-step financial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OmniBrain Solution &amp; Core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multi-modal, agentic architecture engineered specifically for enterprise document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🤖  Autonomous Multi-Agent Orchestration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Powered by LangGraph state machines. A central Supervisor dynamically decomposes complex queries into parallel specialized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📊  Unified Tri-Modal Processing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Simultaneously reasons across unstructured text disclosures (FAISS), tabular relational data (SQLite), and visual charts (GPT-4o Vision).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🛡️  Deterministic Grounding Guardrail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Every claim and numerical data point is strictly audited and cited with verified [Source: file.pdf, Page: N] provenance before user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114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67E8F9"/>
                </a:solidFill>
                <a:latin typeface="Segoe UI"/>
              </a:defRPr>
            </a:pPr>
            <a:r>
              <a:t>⚡  Production-Ready Architecture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Asynchronous FastAPI microservices, React 18 SPA, automated Docker builds, Playwright E2E testing, and Cloud Run deployment readiness.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Architecture: LangGraph State Machine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Dynamic query decomposition, parallel specialized agent execution, and consensus synthesis.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Query Ingestion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User query arrives via FastAPI Async Gateway. Conversation state &amp; memory initialized.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828800"/>
            <a:ext cx="2468880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Supervisor Routing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LangGraph Supervisor analyzes question intent &amp; constructs execution plan across agent triad.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2468880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Parallel Execution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Search Agent (FAISS), SQL Agent (SQLite), and Vision Agent (GPT-4o) retrieve &amp; analyze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828800"/>
            <a:ext cx="2468880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67E8F9"/>
                </a:solidFill>
                <a:latin typeface="Segoe UI"/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Grounding Synthesizer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Checks evidence completeness, filters ungrounded assertions, and builds cited final markdown.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🛡️ Built-in Reliability Guardrail: 6-Step Recursion Loop Guard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Prevents infinite reasoning loops, controls OpenAI API token costs, and guarantees deterministic response latency under heavy enterprise 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Specialized Agent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Dedicated domain engines engineered for specific enterprise data representations.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SEARCH AGENT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Unstructured Text Disclosures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Tech: FAISS + Dense Embeddings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Performs semantic similarity search over dense textual disclosures &amp; footnotes.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Extracts contextual narrative from executive commentary &amp; risk factors.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Calculates embedding distances with sub-50ms query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SQL AGENT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Structured Financial Tables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Tech: SQLite + Dynamic Schema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Executes exact SQL aggregations over parsed balance sheets and P&amp;L ledgers.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Zero arithmetic hallucination for revenue, EBITDA, and YoY percentage calculations.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Automated schema inspection &amp; query syntax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800" b="1">
                <a:solidFill>
                  <a:srgbClr val="8B5CF6"/>
                </a:solidFill>
                <a:latin typeface="Segoe UI"/>
              </a:defRPr>
            </a:pPr>
            <a:r>
              <a:t>VISION AGENT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Visual Charts &amp; Diagrams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Tech: PyMuPDF + GPT-4o Vision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Renders high-resolution full-page PDF images without lossy OCR cropping.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Directly interprets bar charts, segment breakdowns, and regional maps.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Cross-validates visual chart legends against reported text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Full-Page Vision vs. Fragmented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Preserving macro-context, legends, and chart semantics without lossy OCR pipeline degradation.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75504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TRADITIONAL OCR CROPPING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Isolates image snippets, stripping chart titles and footnote definitions.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Fails on color-coded bar legends, stacked area charts, and trend markers.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OCR text extraction produces jumbled numbers without visual alignment.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Requires complex heuristic layout-parser pipelines that break on custom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1828800"/>
            <a:ext cx="5175504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✅ OMNIBRAIN FULL-PAGE VISION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Renders entire 300 DPI PDF page images, preserving global document hierarchy.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GPT-4o Vision evaluates charts, axes, unit scales, and callout footnotes simultaneously.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Cross-verifies stated revenue text against visual bar graph data to detect discrepancies.</a:t>
            </a:r>
          </a:p>
          <a:p>
            <a:pPr>
              <a:spcAft>
                <a:spcPts val="10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▪  Zero pipeline brittleness: works natively on any PDF format, presentation slide, or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Enterprise Safety, Provenance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Deterministic verification, auditability, and isolated data boundaries.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AUDIT READY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Strict Citation Provenance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Every single insight returned by OmniBrain is tagged with strict [Source: filename.pdf, Page: N] metadata. Unverifiable assertions are automatically flagged or suppressed.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HALLUCINATION SHIELD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Grounding Synthesizer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The Synthesizer node conducts a post-retrieval validation pass over all agent outputs, confirming cross-agent consensus and filtering unsupported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000" b="1">
                <a:solidFill>
                  <a:srgbClr val="8B5CF6"/>
                </a:solidFill>
                <a:latin typeface="Segoe UI"/>
              </a:defRPr>
            </a:pPr>
            <a:r>
              <a:t>ENTERPRISE SECURITY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Data Privacy &amp; Isolation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FAISS vector indexes and SQLite relational tables are scoped locally per session/tenant. No corporate data is leaked or retained for external model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Technology Stack &amp; Production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Built with modern, high-performance, and resilient enterprise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BACKEND &amp; ORCHESTRATION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Python 3.10+, FastAPI, LangGraph, PyMuPDF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Async FastAPI gateway handling concurrent ingest &amp; query streams.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LangGraph state machine for cyclic and multi-agent coordination.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PyMuPDF (Fitz) for high-speed sub-second PDF page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STORAGE &amp; RETRIEVAL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FAISS Vector DB &amp; SQLite Relational DB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In-memory FAISS indexing for dense vector similarity retrieval.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SQLite relational store for exact SQL arithmetic and structured tables.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Dynamic schema generation during document ingestion.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FRONTEND APPLICATION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React 18, Vite, TypeScript, TailwindCSS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Responsive glassmorphism UI with dark mode enterprise theme.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Real-time Ingestion Panel with upload feedback and status indicators.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Findings Display panel for multi-agent evidence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114800"/>
            <a:ext cx="5175504" cy="2011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000" b="1">
                <a:solidFill>
                  <a:srgbClr val="67E8F9"/>
                </a:solidFill>
                <a:latin typeface="Segoe UI"/>
              </a:defRPr>
            </a:pPr>
            <a:r>
              <a:t>DEVOPS &amp; TESTING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Docker, GitHub Actions, Playwright, Cloud Run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Multi-stage Dockerfile packaging frontend and backend in one container.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100% Passing Playwright E2E integration test suite.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▪  Automated GitHub Actions CI/CD with Google Cloud Run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Demo: Complex Multi-Modal Query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Real-world execution flow answering a multi-part financial executive query.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Executive Query Example: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“What was the total APAC revenue in Q3 2024, and does the reported figure match the regional breakdown chart on Page 4?”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3328416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SQL Agent Execution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Action: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Queries table: `SELECT SUM(revenue) FROM financial_data WHERE region='APAC' AND quarter='Q3'`.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Outcome: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Exact Value: $42.5M (100% mathematical precision from structured table).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017520"/>
            <a:ext cx="3328416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Vision Agent Execution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Action: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Renders Page 4 full-page image at 300 DPI and invokes GPT-4o Vision on the regional bar chart.</a:t>
            </a:r>
          </a:p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Outcome: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Visual Match: Confirms APAC bar height is plotted at $42.5M with matching legend.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017520"/>
            <a:ext cx="3328416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67E8F9"/>
                </a:solidFill>
                <a:latin typeface="Segoe UI"/>
              </a:defRPr>
            </a:pPr>
            <a:r>
              <a:t>Synthesizer Consensus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Action: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Synthesizes SQL result + Vision confirmation into a unified, cited answer.</a:t>
            </a:r>
          </a:p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Outcome: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Output: Verified $42.5M with [Source: Q3_Report.pdf, Page: 4] citation.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OMNIBRAIN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Strategic Impact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Delivering tangible business value today while scaling enterprise capabilities for tomorrow.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350"/>
          </a:solidFill>
          <a:ln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75504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📈 MEASURED BUSINESS IMPACT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80% Reduction: In document audit and financial reconciliation cycle time.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100% Traceability: Every output is backed by verifiable [Source, Page] citations.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Zero OCR Fragility: Direct high-res vision eliminates heuristic OCR maintenance.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Sub-Second Retrieval: Optimized local FAISS and SQLite sub-agent query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1828800"/>
            <a:ext cx="5175504" cy="42976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4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🚀 UPCOMING ROADMAP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Hybrid Cloud Vector Scaling: Support for PostgreSQL (pgvector) and Qdrant distributed clusters.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Real-Time Supervisor Thought Stream: SSE token streaming of intermediate agent deliberations in the UI.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Multi-Document Cross-Audit: Comparative RAG across multiple quarterly 10-K and 10-Q filings.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▪  On-Premises LLM Fallback: Support for localized Ollama / vLLM models for air-gapped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OmniBrain Enterprise Architecture  |  Axlero Solutions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